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开场（约 20 秒）：这个作品不是「我先写完代码，再让 AI 润色」，而是我从头到尾没有手写过一行代码——我做的事情是：把需求说清楚，然后验收。接下来几分钟，我演示我怎么用 WorkBuddy 把这个校园应用做出来。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25 秒）我是一个普通学生，编程基础很弱。所以我没有办法"手写"这么一个应用。我的方式是把需求说清楚——说给 WorkBuddy 听。这个作品就是它一步步做出来的：9 个模块、已经上线、手机能开。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30 秒）这是我的开发环境——就是右边这个对话框。我做的事只有三件：说需求、看效果、验收。具体怎么改代码、怎么建文件、怎么跑测试，都是它做的。所以我常开玩笑说：我的技术栈是"中文"。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30 秒）这就是 WorkBuddy 的开发界面。左边是它的能力入口：任务、项目、技能、连接器、定时任务这些；中间是开发现场——我所有的需求、它所有的改动，都在这个对话流里；底部是模型和权限开关，要点开"允许完全访问"，它才能直接改我电脑上的文件、跑命令。右边这三个区域，就是我整个开发过程用到的全部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25 秒）流程其实就这么四步。重点是第三步：它每次改完都会自己跑一遍测试，红了就继续修，直到全绿才告诉我"好了"。这一步是它能可靠干活的关键。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35 秒）第一个案例最能说明它的工作方式。我发的需求就是一句话加两张图：把课表时间改成图里的。它没有只改课表那一页——它先把作息表抽成一个单一数据源，再把所有引用这个时间的地方一起改，包括今日规划、调课通知、PDF 识别。最后跑一遍测试确认没改坏。所以我提的是"改时间"，它交付的是"整套系统不打架"。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35 秒）修 bug 更能看出它的价值。我只会说"没有天气"，它没有直接去改天气接口，而是先找根因：境外源在国内连不上，加上代码里有个异常没接住。改成三源并行加缓存兜底之后，再补上 13 项测试。我报的是现象，它连同类问题一起查。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35 秒）第三个案例是加新功能，也是我昨天刚提的。它做了三件事：识别请假意图、生成正式请假条、再补 18 项测试。过程里还顺手抓出两个真 bug。这种"提一句就有个能用的功能"的节奏，是我以前不敢想的。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30 秒）这是最后做出来的东西：九个模块，加上四类 AI 能力。左边这些页面都是真实可用的——二手、失物、问答这些我同学已经能用了。右边这四类能力，就是"说人话"背后真正在干活的部分。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30 秒）这是我最想强调的一页：它写完代码不会直接说"好了"，而是先跑测试。整套加起来 594 项断言，覆盖逻辑、页面交互、PDF 识别、还有引用一致性。前两天还发现测试本身有时间依赖——周末跑会红——它把测试里的"现在"钉死在同一个时刻。全绿之后才让我去验收。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25 秒）做完就上线。发布这件事也是一句话——它把本地代码发布成一个链接，手机也能开。顺便说一下真实数据：学校统一身份认证是网易 SSO 加人机验证，静态页面直连拿不到会话，所以我们没有硬闯，改成让学生用同源脚本把课表带回来、一键导入——全程不碰密码。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20 秒）最后用一句话收尾：一个学生加一个对话框，等于一套已经上线的校园应用。我没有写代码，我做的是把需求说清楚、把测试结果看懂、按证据验收。谢谢大家。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-1188720"/>
            <a:ext cx="6035040" cy="6035040"/>
          </a:xfrm>
          <a:prstGeom prst="roundRect">
            <a:avLst>
              <a:gd name="adj" fmla="val 35000"/>
            </a:avLst>
          </a:prstGeom>
          <a:solidFill>
            <a:srgbClr val="4C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463040" y="3931920"/>
            <a:ext cx="6583680" cy="4572000"/>
          </a:xfrm>
          <a:prstGeom prst="roundRect">
            <a:avLst>
              <a:gd name="adj" fmla="val 35000"/>
            </a:avLst>
          </a:prstGeom>
          <a:solidFill>
            <a:srgbClr val="33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49808"/>
            <a:ext cx="841248" cy="841248"/>
          </a:xfrm>
          <a:prstGeom prst="roundRect">
            <a:avLst>
              <a:gd name="adj" fmla="val 28000"/>
            </a:avLst>
          </a:prstGeom>
          <a:solidFill>
            <a:srgbClr val="5C7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FFFFF"/>
                </a:solidFill>
                <a:latin typeface="微软雅黑"/>
              </a:rPr>
              <a:t>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0512" y="841248"/>
            <a:ext cx="8229600" cy="45720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温州大学 · 校园创想家 AI 原生应用黑客松 · 赛道二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3080"/>
            <a:ext cx="10607040" cy="128016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校园百事通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80360"/>
            <a:ext cx="10424160" cy="64008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AF0FF"/>
                </a:solidFill>
                <a:latin typeface="微软雅黑"/>
              </a:rPr>
              <a:t>用 WorkBuddy 从零做出来的校园助手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611880"/>
            <a:ext cx="10424160" cy="118872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D8E1FF"/>
                </a:solidFill>
                <a:latin typeface="微软雅黑"/>
              </a:rPr>
              <a:t>我基本不写代码 —— 我把需求说清楚，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微软雅黑"/>
              </a:rPr>
              <a:t>它把东西做出来。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120640"/>
            <a:ext cx="10424160" cy="100584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开发过程演示 · 约 5 分钟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00" b="0">
                <a:solidFill>
                  <a:srgbClr val="D8E1FF"/>
                </a:solidFill>
                <a:latin typeface="微软雅黑"/>
              </a:rPr>
              <a:t>选手：forey　|　温州大学计算机与人工智能学院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989320"/>
            <a:ext cx="10424160" cy="54864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▶ 点击鼠标，本页内容会一条条展开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431036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00 · 自我介绍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先说清楚：我是谁、做了个什么东西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5577840" cy="356616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1A2A"/>
                </a:solidFill>
                <a:latin typeface="微软雅黑"/>
              </a:rPr>
              <a:t>🙋 我是谁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0">
                <a:solidFill>
                  <a:srgbClr val="45506A"/>
                </a:solidFill>
                <a:latin typeface="微软雅黑"/>
              </a:rPr>
              <a:t>温州大学 · 计算机与人工智能学院 学生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400" b="0">
                <a:solidFill>
                  <a:srgbClr val="45506A"/>
                </a:solidFill>
                <a:latin typeface="微软雅黑"/>
              </a:rPr>
              <a:t>编程基础：基本不写代码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400" b="0">
                <a:solidFill>
                  <a:srgbClr val="45506A"/>
                </a:solidFill>
                <a:latin typeface="微软雅黑"/>
              </a:rPr>
              <a:t>我的开发方式：把需求说清楚，让 AI 落地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1">
                <a:solidFill>
                  <a:srgbClr val="3A5BFF"/>
                </a:solidFill>
                <a:latin typeface="微软雅黑"/>
              </a:rPr>
              <a:t>我做的事：提需求 · 看效果 · 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691640"/>
            <a:ext cx="5303520" cy="3566160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1A2A"/>
                </a:solidFill>
                <a:latin typeface="微软雅黑"/>
              </a:rPr>
              <a:t>🎓 做了什么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0">
                <a:solidFill>
                  <a:srgbClr val="45506A"/>
                </a:solidFill>
                <a:latin typeface="微软雅黑"/>
              </a:rPr>
              <a:t>校园百事通 · 一站式校园助手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45506A"/>
                </a:solidFill>
                <a:latin typeface="微软雅黑"/>
              </a:rPr>
              <a:t>9 个模块：首页 / 今日规划 / 课表 / 调课通知 / 作业 / 二手 / 失物 / 问答 / 我的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400" b="0">
                <a:solidFill>
                  <a:srgbClr val="45506A"/>
                </a:solidFill>
                <a:latin typeface="微软雅黑"/>
              </a:rPr>
              <a:t>已经上线，手机浏览器直接能开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1">
                <a:solidFill>
                  <a:srgbClr val="3A5BFF"/>
                </a:solidFill>
                <a:latin typeface="微软雅黑"/>
              </a:rPr>
              <a:t>参赛赛道：校园生活百事通应用创新型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486400"/>
            <a:ext cx="11064240" cy="64008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31A2A"/>
                </a:solidFill>
                <a:latin typeface="微软雅黑"/>
              </a:rPr>
              <a:t>一句话概括：我用"说人话"的方式，做完了一个能被同学直接用的产品。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431036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01 · 开发方式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我的"开发环境"，就是一个对话框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64208"/>
            <a:ext cx="8321040" cy="111556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31A2A"/>
                </a:solidFill>
                <a:latin typeface="微软雅黑"/>
              </a:rPr>
              <a:t>① 我：说需求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45506A"/>
                </a:solidFill>
                <a:latin typeface="微软雅黑"/>
              </a:rPr>
              <a:t>中文、一句话、带场景——截图给它看、发现毛病直接吐槽，都算需求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907792"/>
            <a:ext cx="8321040" cy="111556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31A2A"/>
                </a:solidFill>
                <a:latin typeface="微软雅黑"/>
              </a:rPr>
              <a:t>② WorkBuddy：动手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45506A"/>
                </a:solidFill>
                <a:latin typeface="微软雅黑"/>
              </a:rPr>
              <a:t>读改文件、写新模块、补测试、发布上线，一步一步执行给我看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51376"/>
            <a:ext cx="8321040" cy="1115568"/>
          </a:xfrm>
          <a:prstGeom prst="roundRect">
            <a:avLst>
              <a:gd name="adj" fmla="val 10000"/>
            </a:avLst>
          </a:prstGeom>
          <a:solidFill>
            <a:srgbClr val="E6F8EF"/>
          </a:solidFill>
          <a:ln w="11430">
            <a:solidFill>
              <a:srgbClr val="BF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31A2A"/>
                </a:solidFill>
                <a:latin typeface="微软雅黑"/>
              </a:rPr>
              <a:t>③ 我：验收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45506A"/>
                </a:solidFill>
                <a:latin typeface="微软雅黑"/>
              </a:rPr>
              <a:t>打开页面看效果、看测试结果、确认没问题才让它上线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440680"/>
            <a:ext cx="8321040" cy="91440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5506A"/>
                </a:solidFill>
                <a:latin typeface="微软雅黑"/>
              </a:rPr>
              <a:t>全程没有 IDE、没有手写代码，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3A5BFF"/>
                </a:solidFill>
                <a:latin typeface="微软雅黑"/>
              </a:rPr>
              <a:t>也没有"复制报错再去搜"</a:t>
            </a:r>
            <a:r>
              <a:rPr sz="1700" b="0">
                <a:solidFill>
                  <a:srgbClr val="45506A"/>
                </a:solidFill>
                <a:latin typeface="微软雅黑"/>
              </a:rPr>
              <a:t>。</a:t>
            </a:r>
          </a:p>
        </p:txBody>
      </p:sp>
      <p:pic>
        <p:nvPicPr>
          <p:cNvPr id="9" name="Picture 8" descr="03-nl-parse.png"/>
          <p:cNvPicPr>
            <a:picLocks noChangeAspect="1"/>
          </p:cNvPicPr>
          <p:nvPr/>
        </p:nvPicPr>
        <p:blipFill>
          <a:blip r:embed="rId2"/>
          <a:srcRect b="42000"/>
          <a:stretch>
            <a:fillRect/>
          </a:stretch>
        </p:blipFill>
        <p:spPr>
          <a:xfrm>
            <a:off x="9189720" y="1664208"/>
            <a:ext cx="2240280" cy="48556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431036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02 · 开发界面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WorkBuddy 的开发界面长这样</a:t>
            </a:r>
          </a:p>
        </p:txBody>
      </p:sp>
      <p:pic>
        <p:nvPicPr>
          <p:cNvPr id="5" name="Picture 4" descr="workbuddy-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589520" cy="41083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779008"/>
            <a:ext cx="7589520" cy="45720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真实界面截图（左下个人信息已隐去）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30768" y="1627632"/>
            <a:ext cx="3200400" cy="1316736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左栏：能力入口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00" b="0">
                <a:solidFill>
                  <a:srgbClr val="45506A"/>
                </a:solidFill>
                <a:latin typeface="微软雅黑"/>
              </a:rPr>
              <a:t>任务 / 助理 / 项目 / 专家 / 技能 / 连接器 / 定时任务 / 资料库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30768" y="3054096"/>
            <a:ext cx="3200400" cy="1316736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中间：开发现场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00" b="0">
                <a:solidFill>
                  <a:srgbClr val="45506A"/>
                </a:solidFill>
                <a:latin typeface="微软雅黑"/>
              </a:rPr>
              <a:t>一句句对话就是开发过程：需求、改码、跑测试、发布都发生在这里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0768" y="4480560"/>
            <a:ext cx="3200400" cy="1316736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底部：模型与权限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00" b="0">
                <a:solidFill>
                  <a:srgbClr val="45506A"/>
                </a:solidFill>
                <a:latin typeface="微软雅黑"/>
              </a:rPr>
              <a:t>开启"允许完全访问"后，它才能直接改本机文件、跑命令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431036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03 · 开发流程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我就是这么一步步做出来的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2688336" cy="22860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900" b="1">
                <a:solidFill>
                  <a:srgbClr val="131A2A"/>
                </a:solidFill>
                <a:latin typeface="微软雅黑"/>
              </a:rPr>
              <a:t>说需求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一句话讲清
要什么、在哪用、给谁看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32257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103120"/>
            <a:ext cx="2688336" cy="22860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900" b="1">
                <a:solidFill>
                  <a:srgbClr val="131A2A"/>
                </a:solidFill>
                <a:latin typeface="微软雅黑"/>
              </a:rPr>
              <a:t>它动手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改代码 / 建模块 /
补样式，一条条执行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8" y="232257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7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5936" y="2103120"/>
            <a:ext cx="2688336" cy="22860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900" b="1">
                <a:solidFill>
                  <a:srgbClr val="131A2A"/>
                </a:solidFill>
                <a:latin typeface="微软雅黑"/>
              </a:rPr>
              <a:t>自动验证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改完自己跑测试，
红了就继续修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232257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103120"/>
            <a:ext cx="2688336" cy="22860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900" b="1">
                <a:solidFill>
                  <a:srgbClr val="131A2A"/>
                </a:solidFill>
                <a:latin typeface="微软雅黑"/>
              </a:rPr>
              <a:t>一键上线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发布成链接，
手机也能打开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54896" y="232257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09160"/>
            <a:ext cx="11064240" cy="100584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5506A"/>
                </a:solidFill>
                <a:latin typeface="微软雅黑"/>
              </a:rPr>
              <a:t>一轮下来通常是这样：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5BFF"/>
                </a:solidFill>
                <a:latin typeface="微软雅黑"/>
              </a:rPr>
              <a:t>我说一句话 → 它改 5-10 个文件 → 跑几百项测试 → 我刷新页面验收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5506A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431036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04 · 真实案例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案例一：一句话，换掉一整套作息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892A6"/>
                </a:solidFill>
                <a:latin typeface="微软雅黑"/>
              </a:rPr>
              <a:t>“</a:t>
            </a:r>
            <a:r>
              <a:rPr sz="1600" b="1">
                <a:solidFill>
                  <a:srgbClr val="131A2A"/>
                </a:solidFill>
                <a:latin typeface="微软雅黑"/>
              </a:rPr>
              <a:t>将课表的时间改为我给你的图</a:t>
            </a:r>
            <a:r>
              <a:rPr sz="1600" b="0">
                <a:solidFill>
                  <a:srgbClr val="8892A6"/>
                </a:solidFill>
                <a:latin typeface="微软雅黑"/>
              </a:rPr>
              <a:t>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95728"/>
            <a:ext cx="11064240" cy="87782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841248" rIns="841248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把作息表抽成"单一数据源"：温大真实 11 节作息只写一处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8892A6"/>
                </a:solidFill>
                <a:latin typeface="微软雅黑"/>
              </a:rPr>
              <a:t>上午 1-5 节 · 下午从第 6 节 13:30 起 · 晚上整段算第 11 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60904"/>
            <a:ext cx="658368" cy="347472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A5CFF"/>
                </a:solidFill>
                <a:latin typeface="微软雅黑"/>
              </a:rPr>
              <a:t>先立规矩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64992"/>
            <a:ext cx="11064240" cy="87782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841248" rIns="841248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课表、今日规划、调课通知、课表 PDF 识别、抓取脚本全部跟着改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8892A6"/>
                </a:solidFill>
                <a:latin typeface="微软雅黑"/>
              </a:rPr>
              <a:t>同一份时间被 8 个页面引用，漏一个就会出现"11:45 开始、14:10 下课"这种怪结果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30168"/>
            <a:ext cx="658368" cy="347472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A5CFF"/>
                </a:solidFill>
                <a:latin typeface="微软雅黑"/>
              </a:rPr>
              <a:t>再一起改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34256"/>
            <a:ext cx="11064240" cy="87782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841248" rIns="841248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重跑全量测试，确认没把别处改坏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8892A6"/>
                </a:solidFill>
                <a:latin typeface="微软雅黑"/>
              </a:rPr>
              <a:t>作息表是全校公共数据，动一次必须验一次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99432"/>
            <a:ext cx="658368" cy="347472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A5CFF"/>
                </a:solidFill>
                <a:latin typeface="微软雅黑"/>
              </a:rPr>
              <a:t>最后验证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39496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5BFF"/>
                </a:solidFill>
                <a:latin typeface="微软雅黑"/>
              </a:rPr>
              <a:t>我提的是"改时间"，它交付的是"一套系统不再互相打架"。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431036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05 · 真实案例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案例二：我说"没有天气"，它去找真正的原因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892A6"/>
                </a:solidFill>
                <a:latin typeface="微软雅黑"/>
              </a:rPr>
              <a:t>“</a:t>
            </a:r>
            <a:r>
              <a:rPr sz="1600" b="1">
                <a:solidFill>
                  <a:srgbClr val="131A2A"/>
                </a:solidFill>
                <a:latin typeface="微软雅黑"/>
              </a:rPr>
              <a:t>主页依旧显示没有天气</a:t>
            </a:r>
            <a:r>
              <a:rPr sz="1600" b="0">
                <a:solidFill>
                  <a:srgbClr val="8892A6"/>
                </a:solidFill>
                <a:latin typeface="微软雅黑"/>
              </a:rPr>
              <a:t>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95728"/>
            <a:ext cx="11064240" cy="87782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914400" rIns="914400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不是我猜的"接口挂了"，而是两件事叠加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8892A6"/>
                </a:solidFill>
                <a:latin typeface="微软雅黑"/>
              </a:rPr>
              <a:t>境外天气源在国内经常连不上；代码里还有个异常没被接住，页面就卡在加载态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60904"/>
            <a:ext cx="749808" cy="347472"/>
          </a:xfrm>
          <a:prstGeom prst="roundRect">
            <a:avLst>
              <a:gd name="adj" fmla="val 45000"/>
            </a:avLst>
          </a:prstGeom>
          <a:solidFill>
            <a:srgbClr val="FE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79009"/>
                </a:solidFill>
                <a:latin typeface="微软雅黑"/>
              </a:rPr>
              <a:t>先定位根因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64992"/>
            <a:ext cx="11064240" cy="87782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914400" rIns="914400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改成三个天气源并行，国内源优先，谁先回来用谁的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8892A6"/>
                </a:solidFill>
                <a:latin typeface="微软雅黑"/>
              </a:rPr>
              <a:t>再加缓存兜底：全挂了也显示上次的数据，而不是一片空白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30168"/>
            <a:ext cx="749808" cy="347472"/>
          </a:xfrm>
          <a:prstGeom prst="roundRect">
            <a:avLst>
              <a:gd name="adj" fmla="val 45000"/>
            </a:avLst>
          </a:prstGeom>
          <a:solidFill>
            <a:srgbClr val="FE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79009"/>
                </a:solidFill>
                <a:latin typeface="微软雅黑"/>
              </a:rPr>
              <a:t>再改方案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34256"/>
            <a:ext cx="11064240" cy="87782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914400" rIns="914400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补 13 项测试：三源全挂、缓存损坏、时间换算都要有明确表现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8892A6"/>
                </a:solidFill>
                <a:latin typeface="微软雅黑"/>
              </a:rPr>
              <a:t>这次的坑，下次改代码时会被测试拦住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99432"/>
            <a:ext cx="749808" cy="347472"/>
          </a:xfrm>
          <a:prstGeom prst="roundRect">
            <a:avLst>
              <a:gd name="adj" fmla="val 45000"/>
            </a:avLst>
          </a:prstGeom>
          <a:solidFill>
            <a:srgbClr val="FE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79009"/>
                </a:solidFill>
                <a:latin typeface="微软雅黑"/>
              </a:rPr>
              <a:t>最后钉坑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39496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FEF4E6"/>
          </a:solidFill>
          <a:ln w="11430">
            <a:solidFill>
              <a:srgbClr val="F8D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79009"/>
                </a:solidFill>
                <a:latin typeface="微软雅黑"/>
              </a:rPr>
              <a:t>我只报了一个现象，它连同类问题一起查——这是我最满意的地方。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431036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06 · 真实案例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案例三：一句话，长出一个新功能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7680960" cy="621792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892A6"/>
                </a:solidFill>
                <a:latin typeface="微软雅黑"/>
              </a:rPr>
              <a:t>“</a:t>
            </a:r>
            <a:r>
              <a:rPr sz="1600" b="1">
                <a:solidFill>
                  <a:srgbClr val="131A2A"/>
                </a:solidFill>
                <a:latin typeface="微软雅黑"/>
              </a:rPr>
              <a:t>把请假条生成的功能做进 AI 对话框里</a:t>
            </a:r>
            <a:r>
              <a:rPr sz="1600" b="0">
                <a:solidFill>
                  <a:srgbClr val="8892A6"/>
                </a:solidFill>
                <a:latin typeface="微软雅黑"/>
              </a:rPr>
              <a:t>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95728"/>
            <a:ext cx="11064240" cy="87782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841248" rIns="841248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先让学生"说人话"：病假 / 事假 / 公假、时间、时段、天数、理由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8892A6"/>
                </a:solidFill>
                <a:latin typeface="微软雅黑"/>
              </a:rPr>
              <a:t>「明天上午请病假，因为发烧要去校医院」→ 拆成假别 + 上午 + 半天 + 理由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60904"/>
            <a:ext cx="658368" cy="347472"/>
          </a:xfrm>
          <a:prstGeom prst="roundRect">
            <a:avLst>
              <a:gd name="adj" fmla="val 45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3A5BFF"/>
                </a:solidFill>
                <a:latin typeface="微软雅黑"/>
              </a:rPr>
              <a:t>识别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64992"/>
            <a:ext cx="11064240" cy="87782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841248" rIns="841248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拼出正式请假条正文：抬头、学号、时间、补课承诺、落款，一键复制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8892A6"/>
                </a:solidFill>
                <a:latin typeface="微软雅黑"/>
              </a:rPr>
              <a:t>不写进日程、不上传服务器，姓名学院没填就留占位，不替学生编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30168"/>
            <a:ext cx="658368" cy="347472"/>
          </a:xfrm>
          <a:prstGeom prst="roundRect">
            <a:avLst>
              <a:gd name="adj" fmla="val 45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3A5BFF"/>
                </a:solidFill>
                <a:latin typeface="微软雅黑"/>
              </a:rPr>
              <a:t>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34256"/>
            <a:ext cx="11064240" cy="87782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841248" rIns="841248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补 18 项测试：11 项解析 + 7 项点击交互，当场跑给我看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8892A6"/>
                </a:solidFill>
                <a:latin typeface="微软雅黑"/>
              </a:rPr>
              <a:t>顺带修掉两个真 bug：「周六」曾被读成晚上、理由尾巴多一个字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99432"/>
            <a:ext cx="658368" cy="347472"/>
          </a:xfrm>
          <a:prstGeom prst="roundRect">
            <a:avLst>
              <a:gd name="adj" fmla="val 45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3A5BFF"/>
                </a:solidFill>
                <a:latin typeface="微软雅黑"/>
              </a:rPr>
              <a:t>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39496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E6F8EF"/>
          </a:solidFill>
          <a:ln w="11430">
            <a:solidFill>
              <a:srgbClr val="BF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2B76A"/>
                </a:solidFill>
                <a:latin typeface="微软雅黑"/>
              </a:rPr>
              <a:t>从"提需求"到"能用"，就是一次对话的时间。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239012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07 · 成品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最后做出来的东西：9 个模块 + 会说人话的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1481328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31A2A"/>
                </a:solidFill>
                <a:latin typeface="微软雅黑"/>
              </a:rPr>
              <a:t>🏠 首页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57984" y="1691640"/>
            <a:ext cx="1481328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31A2A"/>
                </a:solidFill>
                <a:latin typeface="微软雅黑"/>
              </a:rPr>
              <a:t>🧭 今日规划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1691640"/>
            <a:ext cx="1481328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31A2A"/>
                </a:solidFill>
                <a:latin typeface="微软雅黑"/>
              </a:rPr>
              <a:t>📅 智能课表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87752"/>
            <a:ext cx="1481328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31A2A"/>
                </a:solidFill>
                <a:latin typeface="微软雅黑"/>
              </a:rPr>
              <a:t>🔔 调课通知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57984" y="2587752"/>
            <a:ext cx="1481328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31A2A"/>
                </a:solidFill>
                <a:latin typeface="微软雅黑"/>
              </a:rPr>
              <a:t>📝 作业 DDL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2587752"/>
            <a:ext cx="1481328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31A2A"/>
                </a:solidFill>
                <a:latin typeface="微软雅黑"/>
              </a:rPr>
              <a:t>🛒 二手集市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83864"/>
            <a:ext cx="1481328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31A2A"/>
                </a:solidFill>
                <a:latin typeface="微软雅黑"/>
              </a:rPr>
              <a:t>🔍 失物招领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57984" y="3483864"/>
            <a:ext cx="1481328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31A2A"/>
                </a:solidFill>
                <a:latin typeface="微软雅黑"/>
              </a:rPr>
              <a:t>💬 校园问答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3483864"/>
            <a:ext cx="1481328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31A2A"/>
                </a:solidFill>
                <a:latin typeface="微软雅黑"/>
              </a:rPr>
              <a:t>👤 我的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4688" y="1691640"/>
            <a:ext cx="612648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说人话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45506A"/>
                </a:solidFill>
                <a:latin typeface="微软雅黑"/>
              </a:rPr>
              <a:t>　「明晚 7 点图书馆自习 2 小时」→ 时间地点自动填好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04688" y="2587752"/>
            <a:ext cx="612648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会分类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45506A"/>
                </a:solidFill>
                <a:latin typeface="微软雅黑"/>
              </a:rPr>
              <a:t>　作业 DDL / 课外计划 / 课表补充 / 请假条，自己判断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04688" y="3483864"/>
            <a:ext cx="612648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会解析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45506A"/>
                </a:solidFill>
                <a:latin typeface="微软雅黑"/>
              </a:rPr>
              <a:t>　教务调课通知 → 匹配到课表里的那门课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04688" y="4379976"/>
            <a:ext cx="612648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会建议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45506A"/>
                </a:solidFill>
                <a:latin typeface="微软雅黑"/>
              </a:rPr>
              <a:t>　天气 → 出行建议；课表空档 → 今日该做什么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5349240"/>
            <a:ext cx="6126480" cy="82296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5506A"/>
                </a:solidFill>
                <a:latin typeface="微软雅黑"/>
              </a:rPr>
              <a:t>全部零手写代码完成，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3A5BFF"/>
                </a:solidFill>
                <a:latin typeface="微软雅黑"/>
              </a:rPr>
              <a:t>零外部依赖</a:t>
            </a:r>
            <a:r>
              <a:rPr sz="1400" b="0">
                <a:solidFill>
                  <a:srgbClr val="45506A"/>
                </a:solidFill>
                <a:latin typeface="微软雅黑"/>
              </a:rPr>
              <a:t>：断网也能跑。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431036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08 · 质量把关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我不敢交"看起来能跑"的东西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6858000" cy="3794760"/>
          </a:xfrm>
          <a:prstGeom prst="roundRect">
            <a:avLst>
              <a:gd name="adj" fmla="val 10000"/>
            </a:avLst>
          </a:prstGeom>
          <a:solidFill>
            <a:srgbClr val="14203C"/>
          </a:solidFill>
          <a:ln w="11430">
            <a:solidFill>
              <a:srgbClr val="142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FE3A8"/>
                </a:solidFill>
                <a:latin typeface="微软雅黑"/>
              </a:rPr>
              <a:t>$ node tests/logic.test.js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50" b="0">
                <a:solidFill>
                  <a:srgbClr val="E8EEFF"/>
                </a:solidFill>
                <a:latin typeface="微软雅黑"/>
              </a:rPr>
              <a:t>通过 271 项，失败 0 项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50" b="0">
                <a:solidFill>
                  <a:srgbClr val="7FE3A8"/>
                </a:solidFill>
                <a:latin typeface="微软雅黑"/>
              </a:rPr>
              <a:t>$ node tests/ui.test.js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50" b="0">
                <a:solidFill>
                  <a:srgbClr val="E8EEFF"/>
                </a:solidFill>
                <a:latin typeface="微软雅黑"/>
              </a:rPr>
              <a:t>通过 260 项，失败 0 项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50" b="0">
                <a:solidFill>
                  <a:srgbClr val="7FE3A8"/>
                </a:solidFill>
                <a:latin typeface="微软雅黑"/>
              </a:rPr>
              <a:t>$ node tests/pdf.test.js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50" b="0">
                <a:solidFill>
                  <a:srgbClr val="E8EEFF"/>
                </a:solidFill>
                <a:latin typeface="微软雅黑"/>
              </a:rPr>
              <a:t>通过 63 项，失败 0 项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50" b="0">
                <a:solidFill>
                  <a:srgbClr val="7FE3A8"/>
                </a:solidFill>
                <a:latin typeface="微软雅黑"/>
              </a:rPr>
              <a:t>$ node tests/consistency.test.js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50" b="0">
                <a:solidFill>
                  <a:srgbClr val="E8EEFF"/>
                </a:solidFill>
                <a:latin typeface="微软雅黑"/>
              </a:rPr>
              <a:t>✓ CSS / HTML / JS 三方引用一致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50" b="0">
                <a:solidFill>
                  <a:srgbClr val="7FE3A8"/>
                </a:solidFill>
                <a:latin typeface="微软雅黑"/>
              </a:rPr>
              <a:t>$ node --check assets/js/*.js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50" b="0">
                <a:solidFill>
                  <a:srgbClr val="E8EEFF"/>
                </a:solidFill>
                <a:latin typeface="微软雅黑"/>
              </a:rPr>
              <a:t>✓ 37 个文件，0 个语法错误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77840"/>
            <a:ext cx="6858000" cy="45720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892A6"/>
                </a:solidFill>
                <a:latin typeface="微软雅黑"/>
              </a:rPr>
              <a:t>每次改完都跑这一套 —— 上面是真实输出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99248" y="7699248"/>
            <a:ext cx="3931920" cy="117043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全量测试 594 项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00" b="0">
                <a:solidFill>
                  <a:srgbClr val="45506A"/>
                </a:solidFill>
                <a:latin typeface="微软雅黑"/>
              </a:rPr>
              <a:t>语法 / 逻辑 / 页面交互 / PDF 识别 / 一致性，一项都不能红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8979408"/>
            <a:ext cx="3931920" cy="117043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一致性检查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00" b="0">
                <a:solidFill>
                  <a:srgbClr val="45506A"/>
                </a:solidFill>
                <a:latin typeface="微软雅黑"/>
              </a:rPr>
              <a:t>CSS、HTML、JS 的引用对不上就报错——避免"改了旧文件、页面还是旧的"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9248" y="10259568"/>
            <a:ext cx="3931920" cy="117043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测试时钟钉死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00" b="0">
                <a:solidFill>
                  <a:srgbClr val="45506A"/>
                </a:solidFill>
                <a:latin typeface="微软雅黑"/>
              </a:rPr>
              <a:t>把"现在"固定在同一个时刻，周末跑和周三跑结果一致，不然测试靠运气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5532120"/>
            <a:ext cx="3931920" cy="73152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B76A"/>
                </a:solidFill>
                <a:latin typeface="微软雅黑"/>
              </a:rPr>
              <a:t>全绿，我才敢发链接。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239012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09 · 上线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做完就上线，链接直接能开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7863840" cy="12435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🚀 一句话发布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45506A"/>
                </a:solidFill>
                <a:latin typeface="微软雅黑"/>
              </a:rPr>
              <a:t>从本地代码到线上链接，它自己完成发布；手机打开也是完整功能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108960"/>
            <a:ext cx="7863840" cy="12435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🔑 演示账号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45506A"/>
                </a:solidFill>
                <a:latin typeface="微软雅黑"/>
              </a:rPr>
              <a:t>20230427 / wzu@2026 —— 打开链接就能进去看全部模块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480560"/>
            <a:ext cx="7863840" cy="12435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🏫 真实数据怎么进来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45506A"/>
                </a:solidFill>
                <a:latin typeface="微软雅黑"/>
              </a:rPr>
              <a:t>统一身份认证是网易 SSO + 人机验证，静态页直连不了；改成"同源抓取脚本 + 一键导入"，不碰密码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870448"/>
            <a:ext cx="7863840" cy="658368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5BFF"/>
                </a:solidFill>
                <a:latin typeface="微软雅黑"/>
              </a:rPr>
              <a:t>campus-hub-57981.app.workbuddy.host</a:t>
            </a:r>
          </a:p>
        </p:txBody>
      </p:sp>
      <p:pic>
        <p:nvPicPr>
          <p:cNvPr id="9" name="Picture 8" descr="05-schedule.png"/>
          <p:cNvPicPr>
            <a:picLocks noChangeAspect="1"/>
          </p:cNvPicPr>
          <p:nvPr/>
        </p:nvPicPr>
        <p:blipFill>
          <a:blip r:embed="rId2"/>
          <a:srcRect b="30000"/>
          <a:stretch>
            <a:fillRect/>
          </a:stretch>
        </p:blipFill>
        <p:spPr>
          <a:xfrm>
            <a:off x="8869680" y="1737360"/>
            <a:ext cx="2743200" cy="59457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55279" y="-1371600"/>
            <a:ext cx="5852160" cy="5852160"/>
          </a:xfrm>
          <a:prstGeom prst="roundRect">
            <a:avLst>
              <a:gd name="adj" fmla="val 35000"/>
            </a:avLst>
          </a:prstGeom>
          <a:solidFill>
            <a:srgbClr val="23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3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</a:rPr>
              <a:t>一句话总结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325880"/>
            <a:ext cx="10607040" cy="146304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</a:rPr>
              <a:t>一个学生 + 一个对话框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2600" b="1">
                <a:solidFill>
                  <a:srgbClr val="9DB2FF"/>
                </a:solidFill>
                <a:latin typeface="微软雅黑"/>
              </a:rPr>
              <a:t>= 一套已经上线的校园应用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424160" cy="82296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7D2FF"/>
                </a:solidFill>
                <a:latin typeface="微软雅黑"/>
              </a:rPr>
              <a:t>我没有写代码，我做的是：把需求说清楚、把测试结果看懂、按证据验收。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500" b="0">
                <a:solidFill>
                  <a:srgbClr val="C7D2FF"/>
                </a:solidFill>
                <a:latin typeface="微软雅黑"/>
              </a:rPr>
              <a:t>这件事以前需要一个程序员，现在只需要一个对话框。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114800"/>
            <a:ext cx="5577840" cy="1463040"/>
          </a:xfrm>
          <a:prstGeom prst="roundRect">
            <a:avLst>
              <a:gd name="adj" fmla="val 10000"/>
            </a:avLst>
          </a:prstGeom>
          <a:solidFill>
            <a:srgbClr val="23307A"/>
          </a:solidFill>
          <a:ln w="11430">
            <a:solidFill>
              <a:srgbClr val="3E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我学到的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D8E1FF"/>
                </a:solidFill>
                <a:latin typeface="微软雅黑"/>
              </a:rPr>
              <a:t>需求要说清场景 · 改完必须看测试 · 发现问题让它连同类一起查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3328" y="4114800"/>
            <a:ext cx="5577840" cy="1463040"/>
          </a:xfrm>
          <a:prstGeom prst="roundRect">
            <a:avLst>
              <a:gd name="adj" fmla="val 10000"/>
            </a:avLst>
          </a:prstGeom>
          <a:solidFill>
            <a:srgbClr val="23307A"/>
          </a:solidFill>
          <a:ln w="11430">
            <a:solidFill>
              <a:srgbClr val="3E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下一步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D8E1FF"/>
                </a:solidFill>
                <a:latin typeface="微软雅黑"/>
              </a:rPr>
              <a:t>接真实教务接口 · 二手交易闭环 · 校园问答接入学校知识库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424160" cy="64008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🎓 校园百事通　</a:t>
            </a:r>
            <a:r>
              <a:rPr sz="1400" b="0">
                <a:solidFill>
                  <a:srgbClr val="9DB2FF"/>
                </a:solidFill>
                <a:latin typeface="微软雅黑"/>
              </a:rPr>
              <a:t>campus-hub-57981.app.workbuddy.host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